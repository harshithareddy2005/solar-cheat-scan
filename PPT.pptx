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4" r:id="rId2"/>
    <p:sldId id="318" r:id="rId3"/>
    <p:sldId id="325" r:id="rId4"/>
    <p:sldId id="326" r:id="rId5"/>
    <p:sldId id="327" r:id="rId6"/>
    <p:sldId id="328" r:id="rId7"/>
    <p:sldId id="331" r:id="rId8"/>
    <p:sldId id="330" r:id="rId9"/>
    <p:sldId id="332" r:id="rId10"/>
    <p:sldId id="334" r:id="rId11"/>
    <p:sldId id="337" r:id="rId12"/>
    <p:sldId id="336" r:id="rId13"/>
    <p:sldId id="33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E91"/>
    <a:srgbClr val="D1DAFF"/>
    <a:srgbClr val="FFFFFF"/>
    <a:srgbClr val="164F8F"/>
    <a:srgbClr val="184F90"/>
    <a:srgbClr val="105498"/>
    <a:srgbClr val="18509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39622-000C-4D22-84C8-64D493BB16EE}" v="25" dt="2025-11-26T16:33:22.3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954" autoAdjust="0"/>
  </p:normalViewPr>
  <p:slideViewPr>
    <p:cSldViewPr snapToGrid="0">
      <p:cViewPr varScale="1">
        <p:scale>
          <a:sx n="77" d="100"/>
          <a:sy n="77" d="100"/>
        </p:scale>
        <p:origin x="77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a reddy" userId="409a35d95d97614b" providerId="LiveId" clId="{091472F4-1397-4143-AE82-F7D32011E660}"/>
    <pc:docChg chg="undo custSel delSld modSld">
      <pc:chgData name="harshitha reddy" userId="409a35d95d97614b" providerId="LiveId" clId="{091472F4-1397-4143-AE82-F7D32011E660}" dt="2025-11-26T16:34:11.002" v="280" actId="14100"/>
      <pc:docMkLst>
        <pc:docMk/>
      </pc:docMkLst>
      <pc:sldChg chg="addSp delSp modSp mod">
        <pc:chgData name="harshitha reddy" userId="409a35d95d97614b" providerId="LiveId" clId="{091472F4-1397-4143-AE82-F7D32011E660}" dt="2025-11-26T16:34:11.002" v="280" actId="14100"/>
        <pc:sldMkLst>
          <pc:docMk/>
          <pc:sldMk cId="1986909287" sldId="304"/>
        </pc:sldMkLst>
        <pc:spChg chg="mod">
          <ac:chgData name="harshitha reddy" userId="409a35d95d97614b" providerId="LiveId" clId="{091472F4-1397-4143-AE82-F7D32011E660}" dt="2025-11-26T16:04:25.658" v="40" actId="20577"/>
          <ac:spMkLst>
            <pc:docMk/>
            <pc:sldMk cId="1986909287" sldId="304"/>
            <ac:spMk id="5" creationId="{B5BBC102-1DF8-D19C-C82F-99652B360EBB}"/>
          </ac:spMkLst>
        </pc:spChg>
        <pc:grpChg chg="del">
          <ac:chgData name="harshitha reddy" userId="409a35d95d97614b" providerId="LiveId" clId="{091472F4-1397-4143-AE82-F7D32011E660}" dt="2025-11-26T16:04:31.886" v="41" actId="478"/>
          <ac:grpSpMkLst>
            <pc:docMk/>
            <pc:sldMk cId="1986909287" sldId="304"/>
            <ac:grpSpMk id="2" creationId="{562661AF-07A3-3330-61DA-02840FA25C0E}"/>
          </ac:grpSpMkLst>
        </pc:grpChg>
        <pc:picChg chg="mod">
          <ac:chgData name="harshitha reddy" userId="409a35d95d97614b" providerId="LiveId" clId="{091472F4-1397-4143-AE82-F7D32011E660}" dt="2025-11-26T16:34:07.367" v="279" actId="1076"/>
          <ac:picMkLst>
            <pc:docMk/>
            <pc:sldMk cId="1986909287" sldId="304"/>
            <ac:picMk id="3" creationId="{B06C64E3-3F1E-3A71-D0FD-EE91ADB3AF11}"/>
          </ac:picMkLst>
        </pc:picChg>
        <pc:picChg chg="add mod">
          <ac:chgData name="harshitha reddy" userId="409a35d95d97614b" providerId="LiveId" clId="{091472F4-1397-4143-AE82-F7D32011E660}" dt="2025-11-26T16:34:11.002" v="280" actId="14100"/>
          <ac:picMkLst>
            <pc:docMk/>
            <pc:sldMk cId="1986909287" sldId="304"/>
            <ac:picMk id="8" creationId="{4827BC97-075F-EF27-98E3-E0CB6EF9C8CB}"/>
          </ac:picMkLst>
        </pc:picChg>
      </pc:sldChg>
      <pc:sldChg chg="modSp mod">
        <pc:chgData name="harshitha reddy" userId="409a35d95d97614b" providerId="LiveId" clId="{091472F4-1397-4143-AE82-F7D32011E660}" dt="2025-11-26T16:09:42.802" v="57" actId="5793"/>
        <pc:sldMkLst>
          <pc:docMk/>
          <pc:sldMk cId="4091513959" sldId="318"/>
        </pc:sldMkLst>
        <pc:spChg chg="mod">
          <ac:chgData name="harshitha reddy" userId="409a35d95d97614b" providerId="LiveId" clId="{091472F4-1397-4143-AE82-F7D32011E660}" dt="2025-11-26T16:09:42.802" v="57" actId="5793"/>
          <ac:spMkLst>
            <pc:docMk/>
            <pc:sldMk cId="4091513959" sldId="318"/>
            <ac:spMk id="16" creationId="{8D67B479-0B0F-FDBE-0148-79F310CCC438}"/>
          </ac:spMkLst>
        </pc:spChg>
      </pc:sldChg>
      <pc:sldChg chg="addSp delSp modSp mod">
        <pc:chgData name="harshitha reddy" userId="409a35d95d97614b" providerId="LiveId" clId="{091472F4-1397-4143-AE82-F7D32011E660}" dt="2025-11-26T16:10:52.834" v="87" actId="5793"/>
        <pc:sldMkLst>
          <pc:docMk/>
          <pc:sldMk cId="3559835466" sldId="325"/>
        </pc:sldMkLst>
        <pc:spChg chg="add mod">
          <ac:chgData name="harshitha reddy" userId="409a35d95d97614b" providerId="LiveId" clId="{091472F4-1397-4143-AE82-F7D32011E660}" dt="2025-11-26T16:10:19.937" v="67"/>
          <ac:spMkLst>
            <pc:docMk/>
            <pc:sldMk cId="3559835466" sldId="325"/>
            <ac:spMk id="4" creationId="{BB13C084-66FE-B446-4218-963034DF35FB}"/>
          </ac:spMkLst>
        </pc:spChg>
        <pc:spChg chg="add del mod">
          <ac:chgData name="harshitha reddy" userId="409a35d95d97614b" providerId="LiveId" clId="{091472F4-1397-4143-AE82-F7D32011E660}" dt="2025-11-26T16:10:25.945" v="73"/>
          <ac:spMkLst>
            <pc:docMk/>
            <pc:sldMk cId="3559835466" sldId="325"/>
            <ac:spMk id="8" creationId="{48028436-0282-05C9-21B3-306E5E8ADE8C}"/>
          </ac:spMkLst>
        </pc:spChg>
        <pc:spChg chg="add mod">
          <ac:chgData name="harshitha reddy" userId="409a35d95d97614b" providerId="LiveId" clId="{091472F4-1397-4143-AE82-F7D32011E660}" dt="2025-11-26T16:10:52.834" v="87" actId="5793"/>
          <ac:spMkLst>
            <pc:docMk/>
            <pc:sldMk cId="3559835466" sldId="325"/>
            <ac:spMk id="9" creationId="{F3899DA2-CF68-527E-F064-4732B0B3674A}"/>
          </ac:spMkLst>
        </pc:spChg>
      </pc:sldChg>
      <pc:sldChg chg="addSp delSp modSp mod">
        <pc:chgData name="harshitha reddy" userId="409a35d95d97614b" providerId="LiveId" clId="{091472F4-1397-4143-AE82-F7D32011E660}" dt="2025-11-26T16:11:48.584" v="100" actId="5793"/>
        <pc:sldMkLst>
          <pc:docMk/>
          <pc:sldMk cId="1574476935" sldId="326"/>
        </pc:sldMkLst>
        <pc:spChg chg="add mod">
          <ac:chgData name="harshitha reddy" userId="409a35d95d97614b" providerId="LiveId" clId="{091472F4-1397-4143-AE82-F7D32011E660}" dt="2025-11-26T16:11:48.584" v="100" actId="5793"/>
          <ac:spMkLst>
            <pc:docMk/>
            <pc:sldMk cId="1574476935" sldId="326"/>
            <ac:spMk id="4" creationId="{F6EF442C-F059-24E9-B923-2FA3DBC4A96E}"/>
          </ac:spMkLst>
        </pc:spChg>
        <pc:spChg chg="del mod">
          <ac:chgData name="harshitha reddy" userId="409a35d95d97614b" providerId="LiveId" clId="{091472F4-1397-4143-AE82-F7D32011E660}" dt="2025-11-26T16:11:08.424" v="91"/>
          <ac:spMkLst>
            <pc:docMk/>
            <pc:sldMk cId="1574476935" sldId="326"/>
            <ac:spMk id="11" creationId="{F43FE096-74C0-B63C-B9EA-B844A22055B0}"/>
          </ac:spMkLst>
        </pc:spChg>
      </pc:sldChg>
      <pc:sldChg chg="modSp mod">
        <pc:chgData name="harshitha reddy" userId="409a35d95d97614b" providerId="LiveId" clId="{091472F4-1397-4143-AE82-F7D32011E660}" dt="2025-11-26T16:23:05.596" v="185" actId="20577"/>
        <pc:sldMkLst>
          <pc:docMk/>
          <pc:sldMk cId="3312070031" sldId="327"/>
        </pc:sldMkLst>
        <pc:spChg chg="mod">
          <ac:chgData name="harshitha reddy" userId="409a35d95d97614b" providerId="LiveId" clId="{091472F4-1397-4143-AE82-F7D32011E660}" dt="2025-11-26T16:23:05.596" v="185" actId="20577"/>
          <ac:spMkLst>
            <pc:docMk/>
            <pc:sldMk cId="3312070031" sldId="327"/>
            <ac:spMk id="9" creationId="{FD9D3948-FD03-BF12-A50E-8E1EC86A6A94}"/>
          </ac:spMkLst>
        </pc:spChg>
      </pc:sldChg>
      <pc:sldChg chg="addSp delSp modSp mod">
        <pc:chgData name="harshitha reddy" userId="409a35d95d97614b" providerId="LiveId" clId="{091472F4-1397-4143-AE82-F7D32011E660}" dt="2025-11-26T16:22:18.899" v="183" actId="1076"/>
        <pc:sldMkLst>
          <pc:docMk/>
          <pc:sldMk cId="2979802034" sldId="328"/>
        </pc:sldMkLst>
        <pc:spChg chg="add mod">
          <ac:chgData name="harshitha reddy" userId="409a35d95d97614b" providerId="LiveId" clId="{091472F4-1397-4143-AE82-F7D32011E660}" dt="2025-11-26T16:22:18.899" v="183" actId="1076"/>
          <ac:spMkLst>
            <pc:docMk/>
            <pc:sldMk cId="2979802034" sldId="328"/>
            <ac:spMk id="4" creationId="{57E79B0E-7963-8DED-B12A-1AA22F3E5B2F}"/>
          </ac:spMkLst>
        </pc:spChg>
        <pc:spChg chg="del mod">
          <ac:chgData name="harshitha reddy" userId="409a35d95d97614b" providerId="LiveId" clId="{091472F4-1397-4143-AE82-F7D32011E660}" dt="2025-11-26T16:13:50.395" v="128"/>
          <ac:spMkLst>
            <pc:docMk/>
            <pc:sldMk cId="2979802034" sldId="328"/>
            <ac:spMk id="9" creationId="{033327C8-D684-D07B-8A08-9062BE120C99}"/>
          </ac:spMkLst>
        </pc:spChg>
      </pc:sldChg>
      <pc:sldChg chg="del">
        <pc:chgData name="harshitha reddy" userId="409a35d95d97614b" providerId="LiveId" clId="{091472F4-1397-4143-AE82-F7D32011E660}" dt="2025-11-26T16:21:11.161" v="156" actId="47"/>
        <pc:sldMkLst>
          <pc:docMk/>
          <pc:sldMk cId="2120176731" sldId="329"/>
        </pc:sldMkLst>
      </pc:sldChg>
      <pc:sldChg chg="addSp delSp modSp mod">
        <pc:chgData name="harshitha reddy" userId="409a35d95d97614b" providerId="LiveId" clId="{091472F4-1397-4143-AE82-F7D32011E660}" dt="2025-11-26T16:24:28.858" v="195" actId="1076"/>
        <pc:sldMkLst>
          <pc:docMk/>
          <pc:sldMk cId="1653507462" sldId="330"/>
        </pc:sldMkLst>
        <pc:spChg chg="add del mod">
          <ac:chgData name="harshitha reddy" userId="409a35d95d97614b" providerId="LiveId" clId="{091472F4-1397-4143-AE82-F7D32011E660}" dt="2025-11-26T16:24:26.835" v="194" actId="478"/>
          <ac:spMkLst>
            <pc:docMk/>
            <pc:sldMk cId="1653507462" sldId="330"/>
            <ac:spMk id="4" creationId="{FF78B475-5637-6525-1C0C-4756F589CC9B}"/>
          </ac:spMkLst>
        </pc:spChg>
        <pc:picChg chg="add mod">
          <ac:chgData name="harshitha reddy" userId="409a35d95d97614b" providerId="LiveId" clId="{091472F4-1397-4143-AE82-F7D32011E660}" dt="2025-11-26T16:24:28.858" v="195" actId="1076"/>
          <ac:picMkLst>
            <pc:docMk/>
            <pc:sldMk cId="1653507462" sldId="330"/>
            <ac:picMk id="9" creationId="{3518A843-6A40-3A62-3964-90E2BDB0BFBB}"/>
          </ac:picMkLst>
        </pc:picChg>
        <pc:picChg chg="del">
          <ac:chgData name="harshitha reddy" userId="409a35d95d97614b" providerId="LiveId" clId="{091472F4-1397-4143-AE82-F7D32011E660}" dt="2025-11-26T16:24:03.490" v="186" actId="478"/>
          <ac:picMkLst>
            <pc:docMk/>
            <pc:sldMk cId="1653507462" sldId="330"/>
            <ac:picMk id="13" creationId="{7C9B30D7-BE66-70DA-1DB1-75065BAECB25}"/>
          </ac:picMkLst>
        </pc:picChg>
      </pc:sldChg>
      <pc:sldChg chg="modSp mod">
        <pc:chgData name="harshitha reddy" userId="409a35d95d97614b" providerId="LiveId" clId="{091472F4-1397-4143-AE82-F7D32011E660}" dt="2025-11-26T16:20:10.857" v="155" actId="12"/>
        <pc:sldMkLst>
          <pc:docMk/>
          <pc:sldMk cId="3724850900" sldId="331"/>
        </pc:sldMkLst>
        <pc:spChg chg="mod">
          <ac:chgData name="harshitha reddy" userId="409a35d95d97614b" providerId="LiveId" clId="{091472F4-1397-4143-AE82-F7D32011E660}" dt="2025-11-26T16:20:10.857" v="155" actId="12"/>
          <ac:spMkLst>
            <pc:docMk/>
            <pc:sldMk cId="3724850900" sldId="331"/>
            <ac:spMk id="11" creationId="{E197B5B8-C6DC-B117-E1EF-B0F97A9A4BFF}"/>
          </ac:spMkLst>
        </pc:spChg>
      </pc:sldChg>
      <pc:sldChg chg="modSp mod">
        <pc:chgData name="harshitha reddy" userId="409a35d95d97614b" providerId="LiveId" clId="{091472F4-1397-4143-AE82-F7D32011E660}" dt="2025-11-26T16:26:57.903" v="207" actId="12"/>
        <pc:sldMkLst>
          <pc:docMk/>
          <pc:sldMk cId="3664088691" sldId="332"/>
        </pc:sldMkLst>
        <pc:spChg chg="mod">
          <ac:chgData name="harshitha reddy" userId="409a35d95d97614b" providerId="LiveId" clId="{091472F4-1397-4143-AE82-F7D32011E660}" dt="2025-11-26T16:26:57.903" v="207" actId="12"/>
          <ac:spMkLst>
            <pc:docMk/>
            <pc:sldMk cId="3664088691" sldId="332"/>
            <ac:spMk id="9" creationId="{C3F5E581-1D4C-EB3A-01F5-E8FAAC31D9EB}"/>
          </ac:spMkLst>
        </pc:spChg>
      </pc:sldChg>
      <pc:sldChg chg="addSp delSp modSp mod">
        <pc:chgData name="harshitha reddy" userId="409a35d95d97614b" providerId="LiveId" clId="{091472F4-1397-4143-AE82-F7D32011E660}" dt="2025-11-26T16:28:42.067" v="223" actId="20577"/>
        <pc:sldMkLst>
          <pc:docMk/>
          <pc:sldMk cId="2051204117" sldId="334"/>
        </pc:sldMkLst>
        <pc:spChg chg="mod">
          <ac:chgData name="harshitha reddy" userId="409a35d95d97614b" providerId="LiveId" clId="{091472F4-1397-4143-AE82-F7D32011E660}" dt="2025-11-26T16:28:42.067" v="223" actId="20577"/>
          <ac:spMkLst>
            <pc:docMk/>
            <pc:sldMk cId="2051204117" sldId="334"/>
            <ac:spMk id="6" creationId="{808BD062-66E6-9D98-67C9-932D2323C6D8}"/>
          </ac:spMkLst>
        </pc:spChg>
        <pc:spChg chg="add">
          <ac:chgData name="harshitha reddy" userId="409a35d95d97614b" providerId="LiveId" clId="{091472F4-1397-4143-AE82-F7D32011E660}" dt="2025-11-26T16:27:44.143" v="209"/>
          <ac:spMkLst>
            <pc:docMk/>
            <pc:sldMk cId="2051204117" sldId="334"/>
            <ac:spMk id="8" creationId="{395F094F-CFB2-E9FF-0DA0-95B9A822569C}"/>
          </ac:spMkLst>
        </pc:spChg>
        <pc:picChg chg="del">
          <ac:chgData name="harshitha reddy" userId="409a35d95d97614b" providerId="LiveId" clId="{091472F4-1397-4143-AE82-F7D32011E660}" dt="2025-11-26T16:28:03.071" v="211" actId="478"/>
          <ac:picMkLst>
            <pc:docMk/>
            <pc:sldMk cId="2051204117" sldId="334"/>
            <ac:picMk id="4" creationId="{4807F224-FA44-3AA2-D59F-A3A914D5B717}"/>
          </ac:picMkLst>
        </pc:picChg>
      </pc:sldChg>
      <pc:sldChg chg="addSp delSp modSp mod">
        <pc:chgData name="harshitha reddy" userId="409a35d95d97614b" providerId="LiveId" clId="{091472F4-1397-4143-AE82-F7D32011E660}" dt="2025-11-26T16:33:27.865" v="275"/>
        <pc:sldMkLst>
          <pc:docMk/>
          <pc:sldMk cId="2698428783" sldId="336"/>
        </pc:sldMkLst>
        <pc:spChg chg="add mod">
          <ac:chgData name="harshitha reddy" userId="409a35d95d97614b" providerId="LiveId" clId="{091472F4-1397-4143-AE82-F7D32011E660}" dt="2025-11-26T16:33:25.853" v="273" actId="5793"/>
          <ac:spMkLst>
            <pc:docMk/>
            <pc:sldMk cId="2698428783" sldId="336"/>
            <ac:spMk id="4" creationId="{440B83CA-DAD9-1A05-D6DA-8EF7CD845EC7}"/>
          </ac:spMkLst>
        </pc:spChg>
        <pc:spChg chg="del mod">
          <ac:chgData name="harshitha reddy" userId="409a35d95d97614b" providerId="LiveId" clId="{091472F4-1397-4143-AE82-F7D32011E660}" dt="2025-11-26T16:33:27.865" v="275"/>
          <ac:spMkLst>
            <pc:docMk/>
            <pc:sldMk cId="2698428783" sldId="336"/>
            <ac:spMk id="6" creationId="{0E6C7E1F-456D-2C6A-4506-762E8F1E9E49}"/>
          </ac:spMkLst>
        </pc:spChg>
        <pc:grpChg chg="mod">
          <ac:chgData name="harshitha reddy" userId="409a35d95d97614b" providerId="LiveId" clId="{091472F4-1397-4143-AE82-F7D32011E660}" dt="2025-11-26T16:32:54.878" v="262" actId="1076"/>
          <ac:grpSpMkLst>
            <pc:docMk/>
            <pc:sldMk cId="2698428783" sldId="336"/>
            <ac:grpSpMk id="2" creationId="{EF3D4284-B1D3-A5E2-A93F-973A5711AA19}"/>
          </ac:grpSpMkLst>
        </pc:grpChg>
      </pc:sldChg>
      <pc:sldChg chg="addSp delSp modSp mod">
        <pc:chgData name="harshitha reddy" userId="409a35d95d97614b" providerId="LiveId" clId="{091472F4-1397-4143-AE82-F7D32011E660}" dt="2025-11-26T16:32:19.114" v="256" actId="1076"/>
        <pc:sldMkLst>
          <pc:docMk/>
          <pc:sldMk cId="1353900598" sldId="337"/>
        </pc:sldMkLst>
        <pc:picChg chg="del">
          <ac:chgData name="harshitha reddy" userId="409a35d95d97614b" providerId="LiveId" clId="{091472F4-1397-4143-AE82-F7D32011E660}" dt="2025-11-26T16:29:50.441" v="224" actId="478"/>
          <ac:picMkLst>
            <pc:docMk/>
            <pc:sldMk cId="1353900598" sldId="337"/>
            <ac:picMk id="6" creationId="{55F35A41-4CA2-4CBB-D724-E5FAF547D877}"/>
          </ac:picMkLst>
        </pc:picChg>
        <pc:picChg chg="add mod">
          <ac:chgData name="harshitha reddy" userId="409a35d95d97614b" providerId="LiveId" clId="{091472F4-1397-4143-AE82-F7D32011E660}" dt="2025-11-26T16:31:07.716" v="248" actId="1076"/>
          <ac:picMkLst>
            <pc:docMk/>
            <pc:sldMk cId="1353900598" sldId="337"/>
            <ac:picMk id="8" creationId="{1B1EBDE6-35D2-1CF6-F22C-F44FFF65552F}"/>
          </ac:picMkLst>
        </pc:picChg>
        <pc:picChg chg="del">
          <ac:chgData name="harshitha reddy" userId="409a35d95d97614b" providerId="LiveId" clId="{091472F4-1397-4143-AE82-F7D32011E660}" dt="2025-11-26T16:30:25.284" v="234" actId="478"/>
          <ac:picMkLst>
            <pc:docMk/>
            <pc:sldMk cId="1353900598" sldId="337"/>
            <ac:picMk id="11" creationId="{644916B6-F503-08D8-4533-CBB26A702744}"/>
          </ac:picMkLst>
        </pc:picChg>
        <pc:picChg chg="del">
          <ac:chgData name="harshitha reddy" userId="409a35d95d97614b" providerId="LiveId" clId="{091472F4-1397-4143-AE82-F7D32011E660}" dt="2025-11-26T16:30:51.836" v="240" actId="478"/>
          <ac:picMkLst>
            <pc:docMk/>
            <pc:sldMk cId="1353900598" sldId="337"/>
            <ac:picMk id="12" creationId="{5CA4AF73-D20F-0371-E461-E9B5C5C7082A}"/>
          </ac:picMkLst>
        </pc:picChg>
        <pc:picChg chg="add mod">
          <ac:chgData name="harshitha reddy" userId="409a35d95d97614b" providerId="LiveId" clId="{091472F4-1397-4143-AE82-F7D32011E660}" dt="2025-11-26T16:32:19.114" v="256" actId="1076"/>
          <ac:picMkLst>
            <pc:docMk/>
            <pc:sldMk cId="1353900598" sldId="337"/>
            <ac:picMk id="13" creationId="{1E3B01C2-DAC7-65BD-D9CA-DB1AFAF52798}"/>
          </ac:picMkLst>
        </pc:picChg>
        <pc:picChg chg="add mod">
          <ac:chgData name="harshitha reddy" userId="409a35d95d97614b" providerId="LiveId" clId="{091472F4-1397-4143-AE82-F7D32011E660}" dt="2025-11-26T16:31:21.846" v="253" actId="14100"/>
          <ac:picMkLst>
            <pc:docMk/>
            <pc:sldMk cId="1353900598" sldId="337"/>
            <ac:picMk id="16" creationId="{13036BE3-85D1-C129-1893-590DD5EEB0E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BA0C7-BE67-48D5-BD35-DA5DB3D3A476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67D57-D457-4EAE-BF4F-2FDE0C552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61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1200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5E15A-8ED6-8531-ACA3-5CE122589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7DFD0-D83B-EBC4-CEFB-E8BCBC290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329BF-34AB-6B7C-2221-C74713377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B59AF-3FE2-47EF-883F-078EDA81DE8A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5F78E-7794-F036-28F3-88211ACDB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43C1D-8CA2-9094-5D87-C15A9973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8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29628-5864-D26E-C525-65E3E5BA0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47314-70E0-2292-24E3-AB5D75A3E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1846E-FBFF-1E2E-99A4-BE0E4E060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8CBC2-2080-4E11-9792-C862CA9F3F22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4DED9-C0B4-116E-2505-1DBDB66A1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532EF-85F9-6967-DAF1-FD8F5653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4261-5AB7-0C17-0691-FAC080764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B323B7-BFB6-CB47-54A2-D9047A013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65AF4-438B-B3E9-E401-90F0D5C06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177B-83AB-4111-AD55-839C2F0EA800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9C8DE-9A32-A5C0-0E13-05A74F382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8E43D-0D9C-7B2E-C87D-4680F225F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4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2B64-C63E-44E9-2506-8D19BCE1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52EBF-C5BF-83EF-F061-70599F4F7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F7818-064D-B14D-C27C-DBFF56D9C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98F46-BD53-3CDC-1C65-41CC5EC54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C0CD-E3B9-47AD-83AA-AA9538428721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5A4F0-E8D7-9512-2938-CC32A109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8909C-21EB-59DF-39FF-210F6306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6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6C29-DA86-6F21-8709-CCB3B948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9C9AC-3485-C255-51FE-BF2807C85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4E693-EB5D-0123-AE87-7BEAA5F8D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32530E-CA4A-F62C-C8E7-7A271E23F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2A2CC-C818-7B55-C1D7-E81B96CA0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0ADFDB-C373-CB11-8A66-84DE595D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B690A-8931-4F5D-AC95-D8F764CB35CD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F2E257-BED6-EEE0-2F86-D12E9B4C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6BED7-9CDB-5725-CB58-D080D33C3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17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BB1D-580F-5132-C23E-B9CD688E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580E1-1188-F78F-DBDB-BD60F976B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07DD-FA59-445B-BDC2-43FC144F82C7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3376EA-12EF-2180-D39D-32B344DD8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0EC9DB-DCC3-B1AB-587D-7D5D1DFE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74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57248-1ACE-B0B5-9242-19E7C1473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93087-AA1B-4DF0-85F2-982387B50E06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B83C30-0C93-9307-2564-157C4493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E16DA-E589-FA88-4D7C-103B1A6AB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63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C4F56-B781-88DE-B5CF-8666E168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48CB4-7C73-57F6-4C1F-6C475FF92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CB3E8-9234-B7F9-0909-B0DDAA520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A25712-9136-2D26-AB91-5E8C187F0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A609E-6B0F-4F29-A186-057387632C94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51FC2-9B9E-5567-DCBC-97BA5F12D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D5149-27C1-FBF9-584D-0CDCAADD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453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ECB5-0124-E4AB-796D-4DD2001A1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A109C8-FE9F-0C66-9C71-8C3DDAE55F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CBBC3-C85A-2A3F-441B-71C12E1B7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CC9F9-8D8B-FF83-A7D0-ECAE1A086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14C70-76AE-4031-BAD6-CD7FA9662B80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17425-9B0E-9676-ADA4-8456000AB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C69FA-8AB7-BCF6-F761-4FAE38610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05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38D7-ED46-1642-DC1A-3A465BB2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E15FD-A10E-BAF8-E05C-538407F87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DE2C9-0FB1-E71A-FB85-9648E018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CFBB-3B06-4969-9E70-B072D1C45158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025A5-BF35-212A-9794-5B9117B89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2621E-0398-079F-48B0-4E9BF4D85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80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85918-5C87-9CA6-5F8A-9772EFAB8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2CDE8-2A9D-A636-8E8E-D9BC332C9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A6C24-D833-818E-EA16-DF647970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9C015-2205-4C51-82B5-6CD3859E965C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DE245-B4A4-F43F-404C-840EF95B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5E3AB-A1E1-E9C0-F70E-E74A4DF44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67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DC4ECF-2932-CCE3-D471-28AEE158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3F014-55A0-15E8-570C-9924061EA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FC8E4-76AA-BD7E-E8F5-883744F5A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1A2E3F-4A4C-4408-90F4-ADD578F7FCFA}" type="datetime4">
              <a:rPr lang="en-US" smtClean="0"/>
              <a:t>November 26,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CE52D-3D9F-AC04-8299-E6328C65F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F1DD0-ABF1-D159-6BFD-2D7BD5284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E7C99-B088-4EBB-BFF6-BECCC96D5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909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6BC1E-9818-EFA7-2E6B-8C5BBE082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B06C64E3-3F1E-3A71-D0FD-EE91ADB3A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17" y="99644"/>
            <a:ext cx="1719435" cy="67744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A80012A-0822-C39F-F40F-FFE8CA01C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660" y="1523381"/>
            <a:ext cx="9504680" cy="12604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EF0EF78-07F6-FA8F-C94D-D53CA74C1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465A6-8B60-C20B-85DE-53506004FAC1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BBC102-1DF8-D19C-C82F-99652B360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2144" y="914400"/>
            <a:ext cx="7271656" cy="5262563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19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/>
              <a:t>SOLAR CHEAT SCAN: DETECTION OF TAMPERING OF SOLAR FORECASTS USING ML </a:t>
            </a:r>
            <a:endParaRPr lang="en-US" sz="19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US" sz="6400" b="1" dirty="0">
                <a:solidFill>
                  <a:srgbClr val="343434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PRESENTED BY: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6400" b="1" dirty="0">
                <a:solidFill>
                  <a:srgbClr val="343434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 </a:t>
            </a:r>
            <a:r>
              <a:rPr lang="en-IN" sz="6600" dirty="0"/>
              <a:t>RANGI VANI PRIYA (2203A51441)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6600" dirty="0"/>
              <a:t> MOOLA HARSHITHA (2203A51430)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6600" dirty="0"/>
              <a:t> DEVIREDDY VINISHA (2203A51200)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6600" dirty="0"/>
              <a:t>ANNAM VARSHINI (2203A51830)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sz="6600" dirty="0"/>
              <a:t>MOHAMMAD SAMREEN (2203A51829)</a:t>
            </a:r>
            <a:endParaRPr lang="en-US" sz="6400" b="1" dirty="0">
              <a:solidFill>
                <a:srgbClr val="343434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0" indent="0" algn="ctr">
              <a:buNone/>
            </a:pP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27BC97-075F-EF27-98E3-E0CB6EF9C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5130"/>
            <a:ext cx="3932261" cy="606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90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 Identification </a:t>
              </a:r>
            </a:p>
          </p:txBody>
        </p:sp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FDADFED0-3637-7269-EC53-CBCC44B5B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8D67B479-0B0F-FDBE-0148-79F310CCC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312506"/>
            <a:ext cx="105156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Solar forecast data can get corrupted due to sensor faults, communication errors, or tampering.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Existing forecasting models cannot detect manipulated or suspicious values.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No system verifies authenticity of forecast data before use.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Incorrect data causes operational failures, financial losses, and poor planning.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Manual detection is impossible due to large, nonlinear time-series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513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3899DA2-CF68-527E-F064-4732B0B367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48877"/>
            <a:ext cx="873303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 and merge solar + weather data.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ML regression models to predict AC power.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deviations between actual and predicted values.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tamper scores and classify Normal/Tampered data.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stacking ensemble for accurate detection.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AC power for the next 15 days.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visualization and explainability through dashboards.</a:t>
            </a:r>
          </a:p>
        </p:txBody>
      </p:sp>
    </p:spTree>
    <p:extLst>
      <p:ext uri="{BB962C8B-B14F-4D97-AF65-F5344CB8AC3E}">
        <p14:creationId xmlns:p14="http://schemas.microsoft.com/office/powerpoint/2010/main" val="3559835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Literature Review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EF442C-F059-24E9-B923-2FA3DBC4A9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7500" y="1769537"/>
            <a:ext cx="1198661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Previous works focused mainly on improving forecasting accuracy.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models (CNN–LSTM, AE–LSTM) detect anomalies but lack specificity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tampering.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studies explored adversarial attacks on energy systems.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integrated system combining prediction, deviation scoring, and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solutions lack explainability and cannot detect subtle manipulation.</a:t>
            </a:r>
          </a:p>
        </p:txBody>
      </p:sp>
    </p:spTree>
    <p:extLst>
      <p:ext uri="{BB962C8B-B14F-4D97-AF65-F5344CB8AC3E}">
        <p14:creationId xmlns:p14="http://schemas.microsoft.com/office/powerpoint/2010/main" val="157447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Defining the Objective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9D3948-FD03-BF12-A50E-8E1EC86A6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360" y="1327449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/>
              <a:t>Primary Goals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/>
              <a:t>Accurately forecast AC power using ML regression models.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/>
              <a:t>Detect abnormal deviations indicating possible tampering.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/>
              <a:t>Generate tamper scores and classify data as </a:t>
            </a:r>
            <a:r>
              <a:rPr lang="en-US" sz="8000" i="1" dirty="0"/>
              <a:t>Normal</a:t>
            </a:r>
            <a:r>
              <a:rPr lang="en-US" sz="8000" dirty="0"/>
              <a:t> or </a:t>
            </a:r>
            <a:r>
              <a:rPr lang="en-US" sz="8000" i="1" dirty="0"/>
              <a:t>Tampered</a:t>
            </a:r>
            <a:r>
              <a:rPr lang="en-US" sz="80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/>
              <a:t>Build a stacking ensemble model for highly accurate tamper detection.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/>
              <a:t>Integrate solar and weather data through proper preprocessing and feature engineering.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/>
              <a:t>Provide a clear dashboard to visualize predictions and tamper alerts.</a:t>
            </a:r>
          </a:p>
          <a:p>
            <a:pPr marL="0" indent="0">
              <a:buNone/>
            </a:pPr>
            <a:br>
              <a:rPr lang="en-US" sz="8000" dirty="0"/>
            </a:br>
            <a:r>
              <a:rPr lang="en-US" sz="8000" b="1" dirty="0"/>
              <a:t>Secondary Goals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/>
              <a:t>Produce 15-day future AC power forecasts.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/>
              <a:t>Estimate future tamper probability based on trends.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/>
              <a:t>Use SHAP explainability to interpret model behavior.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/>
              <a:t>Improve model performance through advanced feature engineering.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/>
              <a:t>Enhance system usability with visual reports and interactive charts.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8000" dirty="0"/>
              <a:t>Enable easy scalability for real-time deployment in solar plants.</a:t>
            </a:r>
          </a:p>
          <a:p>
            <a:pPr marL="0" indent="0">
              <a:buNone/>
            </a:pPr>
            <a:endParaRPr lang="en-US" sz="6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070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Proposed Plan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E79B0E-7963-8DED-B12A-1AA22F3E5B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2096" y="1618412"/>
            <a:ext cx="11563678" cy="4018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Collect and merge solar AC power and weather datasets using timestamps.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Preprocess data through cleaning, scaling, and outlier/missing value handling.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Create feature engineering components like time-based, rolling, and lag features.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Train regression models to predict expected AC power and select the best model.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Calculate deviation between actual vs predicted values and generate tamper scores.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Train classification and stacking ensemble models to detect Normal/Tampered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Forecast AC power for the next 15 days and analyze future risk.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Build a dashboard to visualize predictions, deviations, and tamper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802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defRPr sz="3000" b="1">
                  <a:solidFill>
                    <a:srgbClr val="F2F2F2"/>
                  </a:solidFill>
                  <a:latin typeface="Calibri"/>
                </a:defRPr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       System Architecture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97B5B8-C6DC-B117-E1EF-B0F97A9A4BFF}"/>
              </a:ext>
            </a:extLst>
          </p:cNvPr>
          <p:cNvSpPr txBox="1"/>
          <p:nvPr/>
        </p:nvSpPr>
        <p:spPr>
          <a:xfrm>
            <a:off x="244280" y="950432"/>
            <a:ext cx="10284097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Input Sources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Solar AC power data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Weather parameters (irradiation, temperature, humidity, wind)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Timestamp-based dataset alignment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000" dirty="0"/>
          </a:p>
          <a:p>
            <a:r>
              <a:rPr lang="en-IN" sz="2000" b="1" dirty="0"/>
              <a:t>Processing Modules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Data Preprocessing</a:t>
            </a:r>
            <a:r>
              <a:rPr lang="en-IN" sz="2000" b="1" dirty="0"/>
              <a:t>:</a:t>
            </a:r>
            <a:r>
              <a:rPr lang="en-IN" sz="2000" dirty="0"/>
              <a:t> cleaning, merging, scaling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Feature Engineering</a:t>
            </a:r>
            <a:r>
              <a:rPr lang="en-IN" sz="2000" b="1" dirty="0"/>
              <a:t>:</a:t>
            </a:r>
            <a:r>
              <a:rPr lang="en-IN" sz="2000" dirty="0"/>
              <a:t> time-based, rolling, lag features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Forecasting Module</a:t>
            </a:r>
            <a:r>
              <a:rPr lang="en-IN" sz="2000" b="1" dirty="0"/>
              <a:t>:</a:t>
            </a:r>
            <a:r>
              <a:rPr lang="en-IN" sz="2000" dirty="0"/>
              <a:t> ML regressors predict expected AC power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Deviation Analysis: compute deviation &amp; tamper score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Classification Module: Normal/Tampered detection using stacking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Future Forecasting: 15-day AC power prediction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Visualization: dashboard with graphs &amp; tamper alerts</a:t>
            </a:r>
          </a:p>
          <a:p>
            <a:endParaRPr lang="en-IN" sz="2000" dirty="0"/>
          </a:p>
          <a:p>
            <a:r>
              <a:rPr lang="en-IN" sz="2000" b="1" dirty="0"/>
              <a:t>Output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Normal / Tampered classification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AC power forecast (15 days)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Deviation charts &amp; tamper alerts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000" dirty="0"/>
              <a:t>Interactive dashboard visualizations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4850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8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defRPr sz="3000" b="1">
                  <a:solidFill>
                    <a:srgbClr val="F2F2F2"/>
                  </a:solidFill>
                  <a:latin typeface="Calibri"/>
                </a:defRPr>
              </a:pPr>
              <a:r>
                <a:rPr lang="en-IN" sz="2800" dirty="0"/>
                <a:t>                                                </a:t>
              </a: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Work Flow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18A843-6A40-3A62-3964-90E2BDB0B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740" y="1455590"/>
            <a:ext cx="6361043" cy="475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07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279552" y="125786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Technology</a:t>
              </a: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3F2CA04D-2FA9-53FE-7D48-BA0863F0807A}"/>
              </a:ext>
            </a:extLst>
          </p:cNvPr>
          <p:cNvSpPr/>
          <p:nvPr/>
        </p:nvSpPr>
        <p:spPr>
          <a:xfrm>
            <a:off x="721360" y="1733518"/>
            <a:ext cx="11206480" cy="423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F5E581-1D4C-EB3A-01F5-E8FAAC31D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720" y="1497084"/>
            <a:ext cx="10515600" cy="435133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Tech Used:</a:t>
            </a:r>
            <a:r>
              <a:rPr lang="en-IN" sz="2400" dirty="0"/>
              <a:t> Python 3.x, Pandas, NumPy, Scikit-Learn, </a:t>
            </a:r>
            <a:r>
              <a:rPr lang="en-IN" sz="2400" dirty="0" err="1"/>
              <a:t>XGBoost</a:t>
            </a:r>
            <a:r>
              <a:rPr lang="en-IN" sz="2400" dirty="0"/>
              <a:t>, </a:t>
            </a:r>
            <a:r>
              <a:rPr lang="en-IN" sz="2400" dirty="0" err="1"/>
              <a:t>LightGBM</a:t>
            </a:r>
            <a:r>
              <a:rPr lang="en-IN" sz="2400" dirty="0"/>
              <a:t>, Matplotlib, Seaborn, SHAP, SMOTE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Modules:</a:t>
            </a:r>
            <a:r>
              <a:rPr lang="en-IN" sz="2400" dirty="0"/>
              <a:t> Preprocessing, Feature Engineering, Forecasting, Deviation Analysis, Classification, 15-day Prediction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Dashboard:</a:t>
            </a:r>
            <a:r>
              <a:rPr lang="en-IN" sz="2400" dirty="0"/>
              <a:t> </a:t>
            </a:r>
            <a:r>
              <a:rPr lang="en-IN" sz="2400" dirty="0" err="1"/>
              <a:t>Streamlit</a:t>
            </a:r>
            <a:r>
              <a:rPr lang="en-IN" sz="2400" dirty="0"/>
              <a:t>, </a:t>
            </a:r>
            <a:r>
              <a:rPr lang="en-IN" sz="2400" dirty="0" err="1"/>
              <a:t>Plotly</a:t>
            </a:r>
            <a:r>
              <a:rPr lang="en-IN" sz="2400" dirty="0"/>
              <a:t>/Matplotlib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400" b="1" dirty="0"/>
              <a:t>Tools:</a:t>
            </a:r>
            <a:r>
              <a:rPr lang="en-IN" sz="2400" dirty="0"/>
              <a:t> </a:t>
            </a:r>
            <a:r>
              <a:rPr lang="en-IN" sz="2400" dirty="0" err="1"/>
              <a:t>Jupyter</a:t>
            </a:r>
            <a:r>
              <a:rPr lang="en-IN" sz="2400" dirty="0"/>
              <a:t>, VS Code, GitHub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088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>
                <a:defRPr sz="3000" b="1">
                  <a:solidFill>
                    <a:srgbClr val="F2F2F2"/>
                  </a:solidFill>
                  <a:latin typeface="Calibri"/>
                </a:defRPr>
              </a:pPr>
              <a:r>
                <a: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                 Core Algorithms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08BD062-66E6-9D98-67C9-932D2323C6D8}"/>
              </a:ext>
            </a:extLst>
          </p:cNvPr>
          <p:cNvSpPr txBox="1"/>
          <p:nvPr/>
        </p:nvSpPr>
        <p:spPr>
          <a:xfrm>
            <a:off x="466698" y="1376908"/>
            <a:ext cx="8830438" cy="530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Regression Models:</a:t>
            </a:r>
            <a:endParaRPr lang="en-IN" sz="2000" dirty="0"/>
          </a:p>
          <a:p>
            <a:r>
              <a:rPr lang="en-IN" sz="2000" dirty="0"/>
              <a:t>Gradient Boosting Regressor </a:t>
            </a:r>
            <a:r>
              <a:rPr lang="en-IN" sz="2000" i="1" dirty="0"/>
              <a:t>(best)</a:t>
            </a:r>
            <a:endParaRPr lang="en-IN" sz="2000" dirty="0"/>
          </a:p>
          <a:p>
            <a:r>
              <a:rPr lang="en-IN" sz="2000" dirty="0"/>
              <a:t>Random Forest Regressor</a:t>
            </a:r>
          </a:p>
          <a:p>
            <a:r>
              <a:rPr lang="en-IN" sz="2000" dirty="0" err="1"/>
              <a:t>XGBoost</a:t>
            </a:r>
            <a:r>
              <a:rPr lang="en-IN" sz="2000" dirty="0"/>
              <a:t> Regressor</a:t>
            </a:r>
          </a:p>
          <a:p>
            <a:endParaRPr lang="en-IN" sz="2000" dirty="0"/>
          </a:p>
          <a:p>
            <a:r>
              <a:rPr lang="en-IN" sz="2000" b="1" dirty="0"/>
              <a:t>Classification Models:</a:t>
            </a:r>
            <a:endParaRPr lang="en-IN" sz="2000" dirty="0"/>
          </a:p>
          <a:p>
            <a:r>
              <a:rPr lang="en-IN" sz="2000" dirty="0"/>
              <a:t>Logistic Regression</a:t>
            </a:r>
          </a:p>
          <a:p>
            <a:r>
              <a:rPr lang="en-IN" sz="2000" dirty="0"/>
              <a:t>SVM</a:t>
            </a:r>
          </a:p>
          <a:p>
            <a:r>
              <a:rPr lang="en-IN" sz="2000" dirty="0"/>
              <a:t>Random Forest</a:t>
            </a:r>
          </a:p>
          <a:p>
            <a:r>
              <a:rPr lang="en-IN" sz="2000" dirty="0" err="1"/>
              <a:t>XGBoost</a:t>
            </a:r>
            <a:endParaRPr lang="en-IN" sz="2000" dirty="0"/>
          </a:p>
          <a:p>
            <a:r>
              <a:rPr lang="en-IN" sz="2000" dirty="0"/>
              <a:t>Stacking Ensemble </a:t>
            </a:r>
            <a:r>
              <a:rPr lang="en-IN" sz="2000" i="1" dirty="0"/>
              <a:t>(best)</a:t>
            </a:r>
          </a:p>
          <a:p>
            <a:endParaRPr lang="en-IN" sz="2000" dirty="0"/>
          </a:p>
          <a:p>
            <a:r>
              <a:rPr lang="en-IN" sz="2000" b="1" dirty="0"/>
              <a:t>Tamper Detection Logic:</a:t>
            </a:r>
            <a:endParaRPr lang="en-IN" sz="2000" dirty="0"/>
          </a:p>
          <a:p>
            <a:r>
              <a:rPr lang="en-IN" sz="2000" dirty="0"/>
              <a:t>Compute deviation: |Actual – Predicted|</a:t>
            </a:r>
          </a:p>
          <a:p>
            <a:r>
              <a:rPr lang="en-IN" sz="2000" dirty="0"/>
              <a:t>Calculate tamper score</a:t>
            </a:r>
          </a:p>
          <a:p>
            <a:r>
              <a:rPr lang="en-IN" sz="2000" dirty="0"/>
              <a:t>Apply threshold for Normal / Tampered </a:t>
            </a:r>
            <a:r>
              <a:rPr lang="en-IN" sz="2000" dirty="0" err="1"/>
              <a:t>labeling</a:t>
            </a:r>
            <a:endParaRPr lang="en-IN" sz="2000" dirty="0"/>
          </a:p>
          <a:p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204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 &amp; Demo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B1EBDE6-35D2-1CF6-F22C-F44FFF655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9" y="1769166"/>
            <a:ext cx="3561262" cy="25344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3B01C2-DAC7-65BD-D9CA-DB1AFAF52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674" y="1772919"/>
            <a:ext cx="3738494" cy="25605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3036BE3-85D1-C129-1893-590DD5EEB0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4598" y="1749287"/>
            <a:ext cx="4442176" cy="252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00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DBFE1-ED6F-7EC2-192D-57DBA01A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hatsApp Image 2024-08-23 at 15.43.17">
            <a:extLst>
              <a:ext uri="{FF2B5EF4-FFF2-40B4-BE49-F238E27FC236}">
                <a16:creationId xmlns:a16="http://schemas.microsoft.com/office/drawing/2014/main" id="{81BD06ED-C8CF-5AFD-2A32-A20AD6546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43" y="144259"/>
            <a:ext cx="1719435" cy="677445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B4EA2E9-3C2F-34CB-DAEC-7EC6599E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E7C99-B088-4EBB-BFF6-BECCC96D5DD8}" type="slidenum">
              <a:rPr lang="en-US" smtClean="0"/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8926E-E6CD-47A8-C686-609E93C942F2}"/>
              </a:ext>
            </a:extLst>
          </p:cNvPr>
          <p:cNvSpPr txBox="1"/>
          <p:nvPr/>
        </p:nvSpPr>
        <p:spPr>
          <a:xfrm>
            <a:off x="2337283" y="199722"/>
            <a:ext cx="9687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Slide Title</a:t>
            </a: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3D4284-B1D3-A5E2-A93F-973A5711AA19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  <a:solidFill>
            <a:srgbClr val="194E91"/>
          </a:solidFill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0A12543-5A09-E3C0-6F82-0B8065076D79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grpFill/>
            <a:effectLst>
              <a:softEdge rad="0"/>
            </a:effectLst>
          </p:spPr>
          <p:txBody>
            <a:bodyPr wrap="square" rtlCol="0">
              <a:spAutoFit/>
            </a:bodyPr>
            <a:lstStyle/>
            <a:p>
              <a:pPr algn="ctr"/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12FAA-EECC-9AB8-5A9F-72B936984F5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52322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Conclusion</a:t>
              </a:r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440B83CA-DAD9-1A05-D6DA-8EF7CD845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48" y="1456664"/>
            <a:ext cx="1159323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robust ML-based system for tamper detection in solar forecasting.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forecasting, deviation analysis, and classification into a single pipeline.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high accuracy in both prediction and tamper detection.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 visual dashboard for easy interpretation and real-time monitoring.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can be deployed in solar plants to ensure trustworthy data and improve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698428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16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44259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16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335" name="Google Shape;335;p16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6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37" name="Google Shape;337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64378" y="1790700"/>
            <a:ext cx="582930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6245C8-5E32-99B7-6CE7-799968AF29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22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3244</TotalTime>
  <Words>780</Words>
  <Application>Microsoft Office PowerPoint</Application>
  <PresentationFormat>Widescreen</PresentationFormat>
  <Paragraphs>150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Sujoy  Saha</dc:creator>
  <cp:lastModifiedBy>harshitha reddy</cp:lastModifiedBy>
  <cp:revision>127</cp:revision>
  <dcterms:created xsi:type="dcterms:W3CDTF">2025-01-02T14:33:31Z</dcterms:created>
  <dcterms:modified xsi:type="dcterms:W3CDTF">2025-11-26T16:34:15Z</dcterms:modified>
</cp:coreProperties>
</file>